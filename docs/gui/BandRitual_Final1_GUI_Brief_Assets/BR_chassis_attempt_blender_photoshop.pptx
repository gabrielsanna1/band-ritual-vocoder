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56"/>
    <p:restoredTop sz="94692"/>
  </p:normalViewPr>
  <p:slideViewPr>
    <p:cSldViewPr snapToGrid="0">
      <p:cViewPr varScale="1">
        <p:scale>
          <a:sx n="93" d="100"/>
          <a:sy n="93" d="100"/>
        </p:scale>
        <p:origin x="20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97D6-5059-9AF2-3B5E-958CA2979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9A443-5E73-4F21-CEA8-F34760E04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ACDFC-C9E2-E641-5A10-0EAC6896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A48D-D817-1248-B71F-CB81F228DA4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C9D3B-E4A8-3B5D-09DD-20EC142F1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F6412-1034-7A24-D6F5-BCBF7111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EEB4-56F2-6041-9E6C-CAA54C57B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2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F34EF-196C-8556-DF8A-86F3B6B41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198E0-6A42-CBB6-B91E-DCCD0F279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5C88C-EC9C-B1EB-C925-51811545F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A48D-D817-1248-B71F-CB81F228DA4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0CAF0-0A39-B9E1-9E36-5844354D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B371C-AE35-58DF-F6E9-532A0D00F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EEB4-56F2-6041-9E6C-CAA54C57B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8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A4A4C-7341-6969-02E3-59A040FF2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55970-06D8-13E9-0F79-148CD0E5F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AFB90-0E7E-0FCB-B050-4E105119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A48D-D817-1248-B71F-CB81F228DA4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7D7B5-C625-55BA-FB2B-2C59A2BC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0EE53-1BC5-A878-AF6B-5F1094B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EEB4-56F2-6041-9E6C-CAA54C57B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25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528D-D73B-64F8-24E9-B5521D215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5D27-BDF1-603A-77FF-85C43BBCA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34D3D-BC46-6D1C-A777-A8DC40C3F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6B88A-7C36-AD5B-0016-9F17536ED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A48D-D817-1248-B71F-CB81F228DA45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049C5-3925-96A4-3F0C-C9E3B741E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99A07-1C51-A9D2-649C-641EA816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EEB4-56F2-6041-9E6C-CAA54C57B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67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8C41-B040-3010-6DDA-8760E44F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25820-9200-0A6E-C398-620280B5D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B354D-7FFA-F209-C81E-023A85AB7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6B2D8-B13E-9133-78A7-8E10B21AD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4E8E44-BA93-96AD-6F14-DD106977F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8AB13F-E6FF-7382-841D-4532EB7CC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A48D-D817-1248-B71F-CB81F228DA45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6D5D5A-9300-2D0C-DD51-C0BE86947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DC51D-901B-1609-8646-BBA9D6B0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EEB4-56F2-6041-9E6C-CAA54C57B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22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5927-EE83-2F0E-C36F-692440930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FD3E29-1E6D-9152-64DE-BB882284F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A48D-D817-1248-B71F-CB81F228DA45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41322-7C88-87E1-D875-C5C65AB70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E9C2B-819B-5000-1A53-5E753B7E9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EEB4-56F2-6041-9E6C-CAA54C57B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88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465A3-B711-2CAB-D577-41B348CA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A48D-D817-1248-B71F-CB81F228DA45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84AD3B-C19E-5B84-A75C-CEB9EA597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1629C-B36D-DB2B-6537-CDA530061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EEB4-56F2-6041-9E6C-CAA54C57B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8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089F5-8EF0-8316-2FE3-4FF9AC15C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FDFFA-D90A-5A64-21ED-C7AE56379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A9910-7752-C891-B6DF-B21CEE804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BC62A-C6EA-1EE0-0269-03AEFA804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A48D-D817-1248-B71F-CB81F228DA45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C86B9-8328-6819-F5AC-868F7D55F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3821A-0E65-6364-E8CF-E368EAEEC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EEB4-56F2-6041-9E6C-CAA54C57B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1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B2FF-3B3C-D4AD-0B0F-47396EE49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B111F-EC20-437B-D95E-E225D27F1D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60663-A971-A183-625A-8DFEC5113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70C2E-52C2-666F-DA9D-DE4E8CBE5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A48D-D817-1248-B71F-CB81F228DA45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89116-2186-2B45-ADF9-CA3D562F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E41D4-8184-AD3D-A103-BC7787E4A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EEB4-56F2-6041-9E6C-CAA54C57B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1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7238C-C587-3CB8-53FE-B42CA85AE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0D0F7-A878-E9F5-0616-32FE84285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01984-4519-9160-B6B1-44CCB99F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A48D-D817-1248-B71F-CB81F228DA4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9A5A6-A590-D8CF-EEA6-0D1AAF35B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869BF-9A3F-4129-FBF9-5FAB4A042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EEB4-56F2-6041-9E6C-CAA54C57B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8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58E2D3-70CB-2014-8C56-D3DCEF5BCA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E26CD1-C0C5-F3A1-1E1A-874257AB1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A01B2-9411-2880-DC7E-3206B93F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A48D-D817-1248-B71F-CB81F228DA4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3D55A-4243-A327-8C4C-61FA9DAC2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48C3F-286C-5265-14DD-748180B03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EEB4-56F2-6041-9E6C-CAA54C57B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7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A94E1E-5BFA-2EB1-6FE1-C7A0490DC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34F13-C25C-355A-C94C-1F074EDE4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1D76B-74D6-7EA9-8DD6-8D47D6029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8A48D-D817-1248-B71F-CB81F228DA4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1ED1A-F9C0-00BE-3689-1A5F6330E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D0C8E-C1EF-8FF8-31F9-D1C1F4A59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0EEB4-56F2-6041-9E6C-CAA54C57B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97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6CF8AE-B61E-E85B-BEFE-6CACEA870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900" y="759279"/>
            <a:ext cx="66802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75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1A3804-8EB7-E7E2-7ECC-BDD265D9A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1534" y="665552"/>
            <a:ext cx="6889810" cy="595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49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CB6109-66F2-919B-AA8A-089B866E9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1125" y="716075"/>
            <a:ext cx="6429750" cy="542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6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CF7419-F600-8B88-19B3-3444B7FC4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0301" y="274971"/>
            <a:ext cx="6937578" cy="630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8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060692-DBFD-C3C1-C9B0-E8B26ECDD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6140" y="400585"/>
            <a:ext cx="9299720" cy="565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1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420B81-8463-406A-4A25-97AF0296C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3050" y="145714"/>
            <a:ext cx="9496132" cy="656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20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1084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Enrico Quaglia</dc:creator>
  <cp:lastModifiedBy>Enrico Quaglia</cp:lastModifiedBy>
  <cp:revision>4</cp:revision>
  <dcterms:created xsi:type="dcterms:W3CDTF">2026-05-05T00:57:35Z</dcterms:created>
  <dcterms:modified xsi:type="dcterms:W3CDTF">2026-06-03T20:50:34Z</dcterms:modified>
</cp:coreProperties>
</file>