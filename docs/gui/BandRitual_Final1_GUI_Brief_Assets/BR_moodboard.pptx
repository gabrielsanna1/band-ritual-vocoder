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4" r:id="rId3"/>
    <p:sldId id="262" r:id="rId4"/>
    <p:sldId id="256" r:id="rId5"/>
    <p:sldId id="263" r:id="rId6"/>
    <p:sldId id="257" r:id="rId7"/>
    <p:sldId id="258" r:id="rId8"/>
    <p:sldId id="259" r:id="rId9"/>
    <p:sldId id="260" r:id="rId10"/>
    <p:sldId id="267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692"/>
  </p:normalViewPr>
  <p:slideViewPr>
    <p:cSldViewPr snapToGrid="0">
      <p:cViewPr>
        <p:scale>
          <a:sx n="68" d="100"/>
          <a:sy n="68" d="100"/>
        </p:scale>
        <p:origin x="62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4DF2-BE97-DDA2-97E1-2496D9387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828F4-DD98-6BE8-E575-761EE3B8D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6A605-DD28-7234-F5FA-6BA89B0DD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A70ED-1CC8-65CE-0D38-761D67B5F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F6BDA-6A3B-26DE-E7CB-24F29A8C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9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E48D-88C0-2745-E1CC-58A139E0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9C2E-6F2D-B301-A407-92EA1F68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DF245-C1A5-1E38-9EB6-11729561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380B3-68C5-5A76-19FA-E500309C7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32D77-1A61-AC6A-016A-E0FD5026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2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2853-3F2B-97C8-9E04-A06E6B3C6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0A3D1-64A1-3921-125A-915415D24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9F0C0-EA77-13A7-C8A7-0C1B9A2C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BF6C3-D959-90CB-17A4-757E8BAB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B2A1-E912-4B93-4533-11826CA8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9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C6D0-0913-0298-58EF-BBA50B02A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BF590-B663-7FFE-61AE-24A1D2828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18AC4-A899-382B-7301-65CA5C259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1772-818F-40CE-DB8C-33948965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957CD-0571-BE8C-5C6D-C6431040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0F2C2-F1D7-8205-B1D2-9256AC8E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9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C4AA-58DE-B118-60B8-95A07CBB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7EF68-0314-31B7-0A06-6592F2F28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D4DCE-C2A4-33C8-38A1-119B2B9F5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A1236-BB1C-BE6C-FFBD-5DF270143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17E57-9389-D3D9-FECD-B033F0D9F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2D62F-3560-1B9E-1470-B6A32A60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64275-606F-B7DF-8DC5-564542FA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F41CA-AF66-8829-C683-072E61D9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2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BAF3-0E58-8E3E-AC2C-424DB057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ABF65-F8C5-4986-38D0-9C791EBA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95833-7D2E-E031-6F9A-78C3E669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755FF-66BA-540B-442B-CA0F8AC5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92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7D70A-CD45-830C-E11B-926EBAB81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77D12-C5C3-4B14-3554-98662478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8EC7F-2B00-E5BB-E3D7-B480F691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4908-D860-8918-BF4D-D3A0E878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80DB1-BE34-49B5-2B22-86E616177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91F36-74F2-AF31-033E-0EEF1ECB9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92992-CFFB-4391-D695-15486AC52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E1639-7E9D-35C7-3FA1-1F2096B1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A390-3F00-0185-F510-36D4F0AD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3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E2A9-B851-621A-17CB-1FD46920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5AFEA-B1EA-5428-E77C-144DF26DE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94AAA-81EA-9984-9407-0F99BF876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505F-BB97-E419-E85D-FA0D7A9C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EFED4-0F60-71CC-05D9-0D44DFC5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0AC73-47AA-261C-3C68-6229E69B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3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9B898-A3AF-737A-7FB2-E63599F8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51079-7084-6922-5FBA-245107809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EA27-0100-E5CB-4C06-9B93F73F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D057A-C7E5-8B2B-1292-FBBD1C3E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D965-24A6-1558-CCB9-C9CAC2EC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9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63E5F-C348-6C8E-F33A-6E07564E8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3AAA5-6AED-857E-111C-312C8D605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68DC0-5FA3-6DAB-C83E-E6990EB6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203E1-E922-6F0E-01E7-BAC35BC3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C2001-53D1-307D-DB68-650F2B10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9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F392E-F336-EB59-E630-67C358A0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D1530-D85A-4F5B-92EB-CEDC4B680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E2034-E1FC-6D17-5DA2-156D554E7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7E440-3C80-2243-BF44-89815F1F140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8E257-9DBB-B886-CA3E-5BA13AC90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80C6-8ABA-4E8F-B51C-CB8918805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76520-93CC-6847-996E-BE46EF499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0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gif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jpg"/><Relationship Id="rId4" Type="http://schemas.openxmlformats.org/officeDocument/2006/relationships/image" Target="../media/image38.jpg"/><Relationship Id="rId9" Type="http://schemas.openxmlformats.org/officeDocument/2006/relationships/image" Target="../media/image4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86E01-3160-E5E6-9013-C804118F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1. MSOT POPULAR VOCODERS WITH BEST GUIs THAT EXIST TODAY (not many)</a:t>
            </a:r>
          </a:p>
        </p:txBody>
      </p:sp>
    </p:spTree>
    <p:extLst>
      <p:ext uri="{BB962C8B-B14F-4D97-AF65-F5344CB8AC3E}">
        <p14:creationId xmlns:p14="http://schemas.microsoft.com/office/powerpoint/2010/main" val="302485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BB22DA-7096-8D3A-1F1C-4221DE3DA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559" y="975233"/>
            <a:ext cx="3834011" cy="2453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8B2488-F219-262C-BF2D-91D69FB7E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432" y="3240204"/>
            <a:ext cx="2727099" cy="292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2BF87A-8927-5E6C-94C7-EAC2DC62F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264" y="889563"/>
            <a:ext cx="3506658" cy="15748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875F34-A614-1F79-3106-98873CDEA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14" y="4009378"/>
            <a:ext cx="4177656" cy="22816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024A1A-9D03-3906-04F6-466190C36680}"/>
              </a:ext>
            </a:extLst>
          </p:cNvPr>
          <p:cNvSpPr txBox="1"/>
          <p:nvPr/>
        </p:nvSpPr>
        <p:spPr>
          <a:xfrm>
            <a:off x="1152144" y="3429000"/>
            <a:ext cx="371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REASON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867C3-5402-8C14-B1C0-886FA3419D2E}"/>
              </a:ext>
            </a:extLst>
          </p:cNvPr>
          <p:cNvSpPr txBox="1"/>
          <p:nvPr/>
        </p:nvSpPr>
        <p:spPr>
          <a:xfrm>
            <a:off x="922029" y="6319238"/>
            <a:ext cx="371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HUMANOID VOCODER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19CF63-2D7B-4545-60AF-61574A8BBFFF}"/>
              </a:ext>
            </a:extLst>
          </p:cNvPr>
          <p:cNvSpPr txBox="1"/>
          <p:nvPr/>
        </p:nvSpPr>
        <p:spPr>
          <a:xfrm>
            <a:off x="7322432" y="2546646"/>
            <a:ext cx="371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ABLETON VOCODER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8F02B2-C9E8-B9B1-723A-316FFDFA8821}"/>
              </a:ext>
            </a:extLst>
          </p:cNvPr>
          <p:cNvSpPr txBox="1"/>
          <p:nvPr/>
        </p:nvSpPr>
        <p:spPr>
          <a:xfrm>
            <a:off x="7552547" y="6291071"/>
            <a:ext cx="371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 SUDIO VOCODER</a:t>
            </a:r>
          </a:p>
        </p:txBody>
      </p:sp>
    </p:spTree>
    <p:extLst>
      <p:ext uri="{BB962C8B-B14F-4D97-AF65-F5344CB8AC3E}">
        <p14:creationId xmlns:p14="http://schemas.microsoft.com/office/powerpoint/2010/main" val="107435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D35C-772B-C924-4128-2330772F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3D0C-C000-A66B-CCC4-2DB5CC82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2. COOL VSTS</a:t>
            </a:r>
          </a:p>
        </p:txBody>
      </p:sp>
    </p:spTree>
    <p:extLst>
      <p:ext uri="{BB962C8B-B14F-4D97-AF65-F5344CB8AC3E}">
        <p14:creationId xmlns:p14="http://schemas.microsoft.com/office/powerpoint/2010/main" val="3845072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6F60B4-A077-10A0-A438-31956CEF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3657600" cy="4655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327A43-85F3-9827-B3DF-C756319D4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4740"/>
            <a:ext cx="4735491" cy="1304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BA2AA-0D13-F2F4-B656-EAD53116F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-1"/>
            <a:ext cx="3132687" cy="2192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97F468-0F57-EE1E-9E30-500F034CF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101" y="5098712"/>
            <a:ext cx="3062756" cy="17123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C12CAC-EA88-1CA2-D0A1-F346C2104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659296"/>
            <a:ext cx="4724400" cy="15335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D32908-A0D1-34DF-366A-4D01906470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3304" y="2431712"/>
            <a:ext cx="3478696" cy="2667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C77FF9-BEAC-16D8-37C2-2105074B659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0042" r="31303"/>
          <a:stretch>
            <a:fillRect/>
          </a:stretch>
        </p:blipFill>
        <p:spPr>
          <a:xfrm>
            <a:off x="4735491" y="4888446"/>
            <a:ext cx="1386610" cy="20177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729180-A876-8A36-5D32-3769A05A14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2986" y="5082135"/>
            <a:ext cx="2999014" cy="17123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7154E1-C86D-0B59-67F1-2C7584B2D7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669410"/>
            <a:ext cx="3810000" cy="952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CB71199-03B5-8AC0-5E4C-24EB295E24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3416" y="2221447"/>
            <a:ext cx="3525168" cy="26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8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457C-AFDF-419D-BBE4-CD2CD074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D6A3-98CF-6E6E-8FBE-6879A9E2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3. MOODS (* ONES I LIKE IN PARTICULAR)</a:t>
            </a:r>
          </a:p>
        </p:txBody>
      </p:sp>
    </p:spTree>
    <p:extLst>
      <p:ext uri="{BB962C8B-B14F-4D97-AF65-F5344CB8AC3E}">
        <p14:creationId xmlns:p14="http://schemas.microsoft.com/office/powerpoint/2010/main" val="402069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B0ED-EDEA-C3B2-C817-E6430FFC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Cassette Futurism / </a:t>
            </a:r>
            <a:r>
              <a:rPr lang="en-US" dirty="0" err="1"/>
              <a:t>Formicapunk</a:t>
            </a:r>
            <a:r>
              <a:rPr lang="en-US" dirty="0"/>
              <a:t> (*)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2CE9C-DC14-5DF3-1279-3CED91146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0742"/>
            <a:ext cx="2796515" cy="27965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42B865-C0A6-3636-0CF2-8FE22A0B7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932" y="1690688"/>
            <a:ext cx="5643682" cy="2322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ACD4B8-9BA3-3F84-8AC7-16CCD74AC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871" y="3400481"/>
            <a:ext cx="3757990" cy="2767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C35055-5239-F426-95CA-2AE534030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285" y="4128952"/>
            <a:ext cx="3630386" cy="242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32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A2339-628B-6832-E799-8BE6E932E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89-16DA-0760-DE35-275964A9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40286" cy="1325563"/>
          </a:xfrm>
        </p:spPr>
        <p:txBody>
          <a:bodyPr/>
          <a:lstStyle/>
          <a:p>
            <a:r>
              <a:rPr lang="en-US" dirty="0"/>
              <a:t>Sacred Geometry / Alchemical 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A4A03-039F-2827-042B-7599851C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9709"/>
            <a:ext cx="2536372" cy="31704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45A03A-E13A-5918-6B17-A133F3388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690" y="898069"/>
            <a:ext cx="4212803" cy="54537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68A529-4824-C2A8-E9E2-0E8FBDE2E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392" y="1636441"/>
            <a:ext cx="2688831" cy="20166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BB420E-6A93-05F2-800F-13EBB9158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08" y="5382986"/>
            <a:ext cx="1854200" cy="1295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9529AC-F087-C9D5-4AD4-980581F7F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9223" y="3795486"/>
            <a:ext cx="30480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00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DC9C-E9EE-E158-7F59-8D0E80AE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DA79-7987-A9CA-CB6C-EFE1C4ACD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22471" cy="1325563"/>
          </a:xfrm>
        </p:spPr>
        <p:txBody>
          <a:bodyPr>
            <a:normAutofit/>
          </a:bodyPr>
          <a:lstStyle/>
          <a:p>
            <a:r>
              <a:rPr lang="en-US" dirty="0"/>
              <a:t>Cyber-Realism / Cyberpunk / Cyber goth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DB17A-51F9-9A56-E4A4-7A4FDEE98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728" y="3396343"/>
            <a:ext cx="3254829" cy="2816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E82F74-28B5-1DCD-4F39-465DCA813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08" y="1904093"/>
            <a:ext cx="2011086" cy="24882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EB1738-1D37-8A2F-35C9-3235C1800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529" y="631789"/>
            <a:ext cx="5622471" cy="21177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E32638-A9F0-5470-92F8-75CACD5EA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671" y="4740275"/>
            <a:ext cx="5257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01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351D-EA2E-B606-7784-405CE6D9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6E4E-9F19-2237-C3B0-ABE650ECE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22471" cy="1325563"/>
          </a:xfrm>
        </p:spPr>
        <p:txBody>
          <a:bodyPr/>
          <a:lstStyle/>
          <a:p>
            <a:r>
              <a:rPr lang="en-US" dirty="0"/>
              <a:t>Retro Futurism (*)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EF914-6819-A459-22BE-0FFE7B7D9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15"/>
          <a:stretch>
            <a:fillRect/>
          </a:stretch>
        </p:blipFill>
        <p:spPr>
          <a:xfrm>
            <a:off x="858900" y="1567430"/>
            <a:ext cx="6197930" cy="31332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CADA15-33A3-6B49-C4FD-D56A4E362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418" y="4577443"/>
            <a:ext cx="4691112" cy="20682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E9BEAD-1EB0-5DC8-3C64-5863F274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700" y="602343"/>
            <a:ext cx="3975100" cy="3975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CE2B55-89E3-6E29-6320-095B9B5E2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641" y="4993906"/>
            <a:ext cx="1536676" cy="153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9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8AA9-82D4-0820-71AB-5A13FD0B0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Mignola Core / Retro 90s Anime Mech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6A7D0C-5F20-5DDB-5BDD-41F1B714D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690688"/>
            <a:ext cx="2959100" cy="4178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E8549C-1211-CC24-1ABB-01017ABE6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845" y="1690688"/>
            <a:ext cx="3232081" cy="3232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4CBE14-5F2F-A723-F3CF-0BBF38389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313" y="1145380"/>
            <a:ext cx="2184400" cy="32320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EFB64E-906B-1DC9-93E4-81D321B9B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344" y="4277377"/>
            <a:ext cx="3192541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78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1F33-AA41-0738-5F02-50940306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Pixelated Y2k (***)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2CA45-9AE0-1463-8B4C-6FF8700B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95" y="1536331"/>
            <a:ext cx="3125356" cy="2086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A0B65C-D4A2-0E84-905F-8EEBA19CB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222"/>
          <a:stretch>
            <a:fillRect/>
          </a:stretch>
        </p:blipFill>
        <p:spPr>
          <a:xfrm>
            <a:off x="5005336" y="1690688"/>
            <a:ext cx="3861040" cy="1924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9AEF67-1269-1847-D237-18912265D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95" y="3773921"/>
            <a:ext cx="2170211" cy="12219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B6B80E-F0CB-A6E6-6CF6-81E121820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032" y="3813462"/>
            <a:ext cx="2749550" cy="2749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D80071-186A-21D6-1F5B-25D74C8AA9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761"/>
          <a:stretch>
            <a:fillRect/>
          </a:stretch>
        </p:blipFill>
        <p:spPr>
          <a:xfrm>
            <a:off x="5333072" y="293474"/>
            <a:ext cx="2488623" cy="11275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E940C6-7493-9609-043F-CFBED25318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437"/>
          <a:stretch>
            <a:fillRect/>
          </a:stretch>
        </p:blipFill>
        <p:spPr>
          <a:xfrm>
            <a:off x="8046606" y="43277"/>
            <a:ext cx="3670300" cy="16279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E26753-1FB6-D566-4C9A-A2FD7D5260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6096" y="1840025"/>
            <a:ext cx="2841256" cy="990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221C04-0450-A435-45AF-D22F600E13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6376" y="3123216"/>
            <a:ext cx="2885985" cy="11349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E96E174-9555-BA89-727D-C3834A4BC3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1695" y="4418159"/>
            <a:ext cx="2308802" cy="8393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0A5027-FA82-9FFE-8057-0C3A3D05FF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0497" y="5440528"/>
            <a:ext cx="1983386" cy="13255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7AFE9C-8784-A780-4616-CB0DEF8EE4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6582" y="5306672"/>
            <a:ext cx="2546350" cy="19097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6A4D9D8-DA71-CE2E-3D66-B48438AEE7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8419" y="5099403"/>
            <a:ext cx="2749550" cy="154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23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9F18F-CB41-96D9-FA63-A1830762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A6C7-BD77-94F1-D0D8-7378B73A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22471" cy="1325563"/>
          </a:xfrm>
        </p:spPr>
        <p:txBody>
          <a:bodyPr/>
          <a:lstStyle/>
          <a:p>
            <a:r>
              <a:rPr lang="en-US" dirty="0"/>
              <a:t>Brutalism (***)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04CD3-857E-A495-9B76-369E0CFE4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404" y="301340"/>
            <a:ext cx="1905243" cy="1905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DB01B8-4220-FC18-0690-793211F7D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58" y="4755342"/>
            <a:ext cx="1737533" cy="17375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BA2B81-749B-5587-26AF-FBF5DB09A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597" y="2932913"/>
            <a:ext cx="3448050" cy="36448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36699B-B6F4-65EE-B926-80DC6782E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047" y="1397171"/>
            <a:ext cx="3673475" cy="4591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1A161F-1D59-91BF-55C5-1807457B85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00" y="1397171"/>
            <a:ext cx="4597400" cy="297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1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68</Words>
  <Application>Microsoft Macintosh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1. MSOT POPULAR VOCODERS WITH BEST GUIs THAT EXIST TODAY (not many)</vt:lpstr>
      <vt:lpstr>PowerPoint Presentation</vt:lpstr>
      <vt:lpstr>2. COOL VSTS</vt:lpstr>
      <vt:lpstr>PowerPoint Presentation</vt:lpstr>
      <vt:lpstr>3. MOODS (* ONES I LIKE IN PARTICULAR)</vt:lpstr>
      <vt:lpstr>Cassette Futurism / Formicapunk (*)</vt:lpstr>
      <vt:lpstr>Sacred Geometry / Alchemical art</vt:lpstr>
      <vt:lpstr>Cyber-Realism / Cyberpunk / Cyber goth</vt:lpstr>
      <vt:lpstr>Retro Futurism (*)</vt:lpstr>
      <vt:lpstr>Mignola Core / Retro 90s Anime Mech </vt:lpstr>
      <vt:lpstr>Pixelated Y2k (***) </vt:lpstr>
      <vt:lpstr>Brutalism (***)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Quaglia</dc:creator>
  <cp:lastModifiedBy>Enrico Quaglia</cp:lastModifiedBy>
  <cp:revision>15</cp:revision>
  <dcterms:created xsi:type="dcterms:W3CDTF">2026-06-03T20:58:13Z</dcterms:created>
  <dcterms:modified xsi:type="dcterms:W3CDTF">2026-06-03T22:03:52Z</dcterms:modified>
</cp:coreProperties>
</file>